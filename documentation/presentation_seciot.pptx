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173580-6241-46C0-882F-1177A73987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1AD479-F79A-4B55-A31A-15A0D7FB03E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Problématique : Les défis de l'IoT </a:t>
          </a:r>
          <a:endParaRPr lang="en-US" dirty="0"/>
        </a:p>
      </dgm:t>
    </dgm:pt>
    <dgm:pt modelId="{64C3A283-E636-4714-98E9-FC10A6E90923}" type="parTrans" cxnId="{BEE87EE3-DE88-40E1-A0BB-8A87506E9561}">
      <dgm:prSet/>
      <dgm:spPr/>
      <dgm:t>
        <a:bodyPr/>
        <a:lstStyle/>
        <a:p>
          <a:endParaRPr lang="en-US"/>
        </a:p>
      </dgm:t>
    </dgm:pt>
    <dgm:pt modelId="{475A9381-91AF-4F38-88FA-49BCF78473A4}" type="sibTrans" cxnId="{BEE87EE3-DE88-40E1-A0BB-8A87506E9561}">
      <dgm:prSet/>
      <dgm:spPr/>
      <dgm:t>
        <a:bodyPr/>
        <a:lstStyle/>
        <a:p>
          <a:endParaRPr lang="en-US"/>
        </a:p>
      </dgm:t>
    </dgm:pt>
    <dgm:pt modelId="{FCC6100C-0FE4-41B8-9E07-E60613FCB52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Notre Solution </a:t>
          </a:r>
          <a:endParaRPr lang="en-US" dirty="0"/>
        </a:p>
      </dgm:t>
    </dgm:pt>
    <dgm:pt modelId="{F009AE15-4E2F-4B56-A657-B2B8D93C3B1F}" type="parTrans" cxnId="{7D379701-4EE4-4EFB-BB33-E95BBCBDA861}">
      <dgm:prSet/>
      <dgm:spPr/>
      <dgm:t>
        <a:bodyPr/>
        <a:lstStyle/>
        <a:p>
          <a:endParaRPr lang="en-US"/>
        </a:p>
      </dgm:t>
    </dgm:pt>
    <dgm:pt modelId="{DED52DAF-4DFA-41D8-8DC0-67680636528D}" type="sibTrans" cxnId="{7D379701-4EE4-4EFB-BB33-E95BBCBDA861}">
      <dgm:prSet/>
      <dgm:spPr/>
      <dgm:t>
        <a:bodyPr/>
        <a:lstStyle/>
        <a:p>
          <a:endParaRPr lang="en-US"/>
        </a:p>
      </dgm:t>
    </dgm:pt>
    <dgm:pt modelId="{00026869-32BC-4325-8E74-A0ECBDEF8FD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Architecture du Système</a:t>
          </a:r>
          <a:endParaRPr lang="en-US" dirty="0"/>
        </a:p>
      </dgm:t>
    </dgm:pt>
    <dgm:pt modelId="{0425446B-9CEA-4E03-BDFF-06C4A3AC2F41}" type="parTrans" cxnId="{21E32B5C-CC16-4E14-BE38-E85AD1195E48}">
      <dgm:prSet/>
      <dgm:spPr/>
      <dgm:t>
        <a:bodyPr/>
        <a:lstStyle/>
        <a:p>
          <a:endParaRPr lang="en-US"/>
        </a:p>
      </dgm:t>
    </dgm:pt>
    <dgm:pt modelId="{947A411D-5FBA-4F8F-8556-DB992E86C06F}" type="sibTrans" cxnId="{21E32B5C-CC16-4E14-BE38-E85AD1195E48}">
      <dgm:prSet/>
      <dgm:spPr/>
      <dgm:t>
        <a:bodyPr/>
        <a:lstStyle/>
        <a:p>
          <a:endParaRPr lang="en-US"/>
        </a:p>
      </dgm:t>
    </dgm:pt>
    <dgm:pt modelId="{5B2D7BFC-4C3A-416A-9873-6AAB9282957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Focus Technique : Le cycle de vie</a:t>
          </a:r>
          <a:endParaRPr lang="en-US" dirty="0"/>
        </a:p>
      </dgm:t>
    </dgm:pt>
    <dgm:pt modelId="{CE31F625-EE7A-4896-86F0-F5EF21506E6E}" type="parTrans" cxnId="{DBD0C3DF-3EF2-47B7-895B-7E3086E1FE73}">
      <dgm:prSet/>
      <dgm:spPr/>
      <dgm:t>
        <a:bodyPr/>
        <a:lstStyle/>
        <a:p>
          <a:endParaRPr lang="en-US"/>
        </a:p>
      </dgm:t>
    </dgm:pt>
    <dgm:pt modelId="{771F2235-A3B6-45AB-A3EF-B69A7AE24213}" type="sibTrans" cxnId="{DBD0C3DF-3EF2-47B7-895B-7E3086E1FE73}">
      <dgm:prSet/>
      <dgm:spPr/>
      <dgm:t>
        <a:bodyPr/>
        <a:lstStyle/>
        <a:p>
          <a:endParaRPr lang="en-US"/>
        </a:p>
      </dgm:t>
    </dgm:pt>
    <dgm:pt modelId="{D6BD40A5-B693-45DD-ACD3-9495F104630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Scénario de Démonstration</a:t>
          </a:r>
          <a:endParaRPr lang="en-US" dirty="0"/>
        </a:p>
      </dgm:t>
    </dgm:pt>
    <dgm:pt modelId="{A19794FA-27C6-4396-A78F-0478A10450C7}" type="parTrans" cxnId="{E2705109-18BC-4172-842E-A28F1485F88F}">
      <dgm:prSet/>
      <dgm:spPr/>
      <dgm:t>
        <a:bodyPr/>
        <a:lstStyle/>
        <a:p>
          <a:endParaRPr lang="en-US"/>
        </a:p>
      </dgm:t>
    </dgm:pt>
    <dgm:pt modelId="{CBE7F96E-D18B-4721-8889-3C9C85E20321}" type="sibTrans" cxnId="{E2705109-18BC-4172-842E-A28F1485F88F}">
      <dgm:prSet/>
      <dgm:spPr/>
      <dgm:t>
        <a:bodyPr/>
        <a:lstStyle/>
        <a:p>
          <a:endParaRPr lang="en-US"/>
        </a:p>
      </dgm:t>
    </dgm:pt>
    <dgm:pt modelId="{C942C633-9DED-4F54-928B-B465F4EE340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Résultats &amp; Conclusion</a:t>
          </a:r>
          <a:endParaRPr lang="en-US"/>
        </a:p>
      </dgm:t>
    </dgm:pt>
    <dgm:pt modelId="{DE6B237E-6996-4A66-BAAA-24B83147DEF5}" type="parTrans" cxnId="{418AB920-3E0B-4D25-9C04-8B79E13DEC02}">
      <dgm:prSet/>
      <dgm:spPr/>
      <dgm:t>
        <a:bodyPr/>
        <a:lstStyle/>
        <a:p>
          <a:endParaRPr lang="en-US"/>
        </a:p>
      </dgm:t>
    </dgm:pt>
    <dgm:pt modelId="{2EC86386-81D2-4CC0-8CFA-8BC7BF893606}" type="sibTrans" cxnId="{418AB920-3E0B-4D25-9C04-8B79E13DEC02}">
      <dgm:prSet/>
      <dgm:spPr/>
      <dgm:t>
        <a:bodyPr/>
        <a:lstStyle/>
        <a:p>
          <a:endParaRPr lang="en-US"/>
        </a:p>
      </dgm:t>
    </dgm:pt>
    <dgm:pt modelId="{DB67DE2E-B531-4A93-A552-8B691CE187A3}" type="pres">
      <dgm:prSet presAssocID="{A0173580-6241-46C0-882F-1177A739875F}" presName="root" presStyleCnt="0">
        <dgm:presLayoutVars>
          <dgm:dir/>
          <dgm:resizeHandles val="exact"/>
        </dgm:presLayoutVars>
      </dgm:prSet>
      <dgm:spPr/>
    </dgm:pt>
    <dgm:pt modelId="{8829FBA0-1DBD-4938-A62C-78D71BAA962F}" type="pres">
      <dgm:prSet presAssocID="{011AD479-F79A-4B55-A31A-15A0D7FB03E2}" presName="compNode" presStyleCnt="0"/>
      <dgm:spPr/>
    </dgm:pt>
    <dgm:pt modelId="{CEDA0879-50DE-45DE-B20A-03B1616D6ADE}" type="pres">
      <dgm:prSet presAssocID="{011AD479-F79A-4B55-A31A-15A0D7FB03E2}" presName="bgRect" presStyleLbl="bgShp" presStyleIdx="0" presStyleCnt="6"/>
      <dgm:spPr/>
    </dgm:pt>
    <dgm:pt modelId="{0FE5ADEA-9C99-4A21-919B-1CA7C5560240}" type="pres">
      <dgm:prSet presAssocID="{011AD479-F79A-4B55-A31A-15A0D7FB03E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BBB183A-A3B6-4CEB-A7EF-C3662AAF6FB9}" type="pres">
      <dgm:prSet presAssocID="{011AD479-F79A-4B55-A31A-15A0D7FB03E2}" presName="spaceRect" presStyleCnt="0"/>
      <dgm:spPr/>
    </dgm:pt>
    <dgm:pt modelId="{74D3C12F-EA36-4175-A2EF-2C6239FA2DB8}" type="pres">
      <dgm:prSet presAssocID="{011AD479-F79A-4B55-A31A-15A0D7FB03E2}" presName="parTx" presStyleLbl="revTx" presStyleIdx="0" presStyleCnt="6">
        <dgm:presLayoutVars>
          <dgm:chMax val="0"/>
          <dgm:chPref val="0"/>
        </dgm:presLayoutVars>
      </dgm:prSet>
      <dgm:spPr/>
    </dgm:pt>
    <dgm:pt modelId="{695A3E3C-1F7C-4EA4-B011-AA2ADF30DCA3}" type="pres">
      <dgm:prSet presAssocID="{475A9381-91AF-4F38-88FA-49BCF78473A4}" presName="sibTrans" presStyleCnt="0"/>
      <dgm:spPr/>
    </dgm:pt>
    <dgm:pt modelId="{D28ED7BE-F0E1-4791-BBF8-A1C2C513CA10}" type="pres">
      <dgm:prSet presAssocID="{FCC6100C-0FE4-41B8-9E07-E60613FCB52D}" presName="compNode" presStyleCnt="0"/>
      <dgm:spPr/>
    </dgm:pt>
    <dgm:pt modelId="{C33AF427-B489-42D3-9F03-70381C70F302}" type="pres">
      <dgm:prSet presAssocID="{FCC6100C-0FE4-41B8-9E07-E60613FCB52D}" presName="bgRect" presStyleLbl="bgShp" presStyleIdx="1" presStyleCnt="6"/>
      <dgm:spPr/>
    </dgm:pt>
    <dgm:pt modelId="{65E09777-1B50-45B9-A00B-DB48E5B77AE7}" type="pres">
      <dgm:prSet presAssocID="{FCC6100C-0FE4-41B8-9E07-E60613FCB52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E24E9D9D-8720-4FE4-B12D-FE1A3BB9AD90}" type="pres">
      <dgm:prSet presAssocID="{FCC6100C-0FE4-41B8-9E07-E60613FCB52D}" presName="spaceRect" presStyleCnt="0"/>
      <dgm:spPr/>
    </dgm:pt>
    <dgm:pt modelId="{268077AC-FCEA-4563-9ED2-8D50600A4C92}" type="pres">
      <dgm:prSet presAssocID="{FCC6100C-0FE4-41B8-9E07-E60613FCB52D}" presName="parTx" presStyleLbl="revTx" presStyleIdx="1" presStyleCnt="6">
        <dgm:presLayoutVars>
          <dgm:chMax val="0"/>
          <dgm:chPref val="0"/>
        </dgm:presLayoutVars>
      </dgm:prSet>
      <dgm:spPr/>
    </dgm:pt>
    <dgm:pt modelId="{CE9FEC3B-271E-4070-92E0-8ADA25ECF3F8}" type="pres">
      <dgm:prSet presAssocID="{DED52DAF-4DFA-41D8-8DC0-67680636528D}" presName="sibTrans" presStyleCnt="0"/>
      <dgm:spPr/>
    </dgm:pt>
    <dgm:pt modelId="{9F6E9C39-1F04-4CA1-9CB4-53565A221D16}" type="pres">
      <dgm:prSet presAssocID="{00026869-32BC-4325-8E74-A0ECBDEF8FD0}" presName="compNode" presStyleCnt="0"/>
      <dgm:spPr/>
    </dgm:pt>
    <dgm:pt modelId="{FA9FB0DD-E640-4269-BABC-F8D9BAC5B76D}" type="pres">
      <dgm:prSet presAssocID="{00026869-32BC-4325-8E74-A0ECBDEF8FD0}" presName="bgRect" presStyleLbl="bgShp" presStyleIdx="2" presStyleCnt="6"/>
      <dgm:spPr/>
    </dgm:pt>
    <dgm:pt modelId="{A0CAFDAE-5BBE-4E8F-BFF8-57CFB34634AD}" type="pres">
      <dgm:prSet presAssocID="{00026869-32BC-4325-8E74-A0ECBDEF8FD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6411B42-030F-43A9-AE77-63F019272F09}" type="pres">
      <dgm:prSet presAssocID="{00026869-32BC-4325-8E74-A0ECBDEF8FD0}" presName="spaceRect" presStyleCnt="0"/>
      <dgm:spPr/>
    </dgm:pt>
    <dgm:pt modelId="{7807A6FD-CC0B-4DC7-9DBA-F585E8C1DA69}" type="pres">
      <dgm:prSet presAssocID="{00026869-32BC-4325-8E74-A0ECBDEF8FD0}" presName="parTx" presStyleLbl="revTx" presStyleIdx="2" presStyleCnt="6">
        <dgm:presLayoutVars>
          <dgm:chMax val="0"/>
          <dgm:chPref val="0"/>
        </dgm:presLayoutVars>
      </dgm:prSet>
      <dgm:spPr/>
    </dgm:pt>
    <dgm:pt modelId="{9D57FEC1-0160-486C-89D6-72C3B9FA4530}" type="pres">
      <dgm:prSet presAssocID="{947A411D-5FBA-4F8F-8556-DB992E86C06F}" presName="sibTrans" presStyleCnt="0"/>
      <dgm:spPr/>
    </dgm:pt>
    <dgm:pt modelId="{09EB5CF6-3E19-427D-A80B-E83E110FA1F6}" type="pres">
      <dgm:prSet presAssocID="{5B2D7BFC-4C3A-416A-9873-6AAB92829578}" presName="compNode" presStyleCnt="0"/>
      <dgm:spPr/>
    </dgm:pt>
    <dgm:pt modelId="{731E45A9-48CD-4D80-8723-2F32A923390B}" type="pres">
      <dgm:prSet presAssocID="{5B2D7BFC-4C3A-416A-9873-6AAB92829578}" presName="bgRect" presStyleLbl="bgShp" presStyleIdx="3" presStyleCnt="6"/>
      <dgm:spPr/>
    </dgm:pt>
    <dgm:pt modelId="{E35F0256-3286-4F29-843B-C34FE20AA0F7}" type="pres">
      <dgm:prSet presAssocID="{5B2D7BFC-4C3A-416A-9873-6AAB9282957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012D0AF-3C7D-498B-BCBB-EF3595EEA116}" type="pres">
      <dgm:prSet presAssocID="{5B2D7BFC-4C3A-416A-9873-6AAB92829578}" presName="spaceRect" presStyleCnt="0"/>
      <dgm:spPr/>
    </dgm:pt>
    <dgm:pt modelId="{EBE824B8-4A21-477F-9012-9F16782AE0B1}" type="pres">
      <dgm:prSet presAssocID="{5B2D7BFC-4C3A-416A-9873-6AAB92829578}" presName="parTx" presStyleLbl="revTx" presStyleIdx="3" presStyleCnt="6">
        <dgm:presLayoutVars>
          <dgm:chMax val="0"/>
          <dgm:chPref val="0"/>
        </dgm:presLayoutVars>
      </dgm:prSet>
      <dgm:spPr/>
    </dgm:pt>
    <dgm:pt modelId="{250AAD67-AAEA-46BA-9EFD-9C81ABFE9495}" type="pres">
      <dgm:prSet presAssocID="{771F2235-A3B6-45AB-A3EF-B69A7AE24213}" presName="sibTrans" presStyleCnt="0"/>
      <dgm:spPr/>
    </dgm:pt>
    <dgm:pt modelId="{C199816A-A835-442A-872A-4476C8622AA9}" type="pres">
      <dgm:prSet presAssocID="{D6BD40A5-B693-45DD-ACD3-9495F1046309}" presName="compNode" presStyleCnt="0"/>
      <dgm:spPr/>
    </dgm:pt>
    <dgm:pt modelId="{09874AFB-D143-4C38-8635-B67F2C59D891}" type="pres">
      <dgm:prSet presAssocID="{D6BD40A5-B693-45DD-ACD3-9495F1046309}" presName="bgRect" presStyleLbl="bgShp" presStyleIdx="4" presStyleCnt="6"/>
      <dgm:spPr/>
    </dgm:pt>
    <dgm:pt modelId="{71DF2252-85DD-41A0-B9E4-28541F6CA24D}" type="pres">
      <dgm:prSet presAssocID="{D6BD40A5-B693-45DD-ACD3-9495F104630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6E782A-A16E-43BE-8BBE-09DB70EE8DCF}" type="pres">
      <dgm:prSet presAssocID="{D6BD40A5-B693-45DD-ACD3-9495F1046309}" presName="spaceRect" presStyleCnt="0"/>
      <dgm:spPr/>
    </dgm:pt>
    <dgm:pt modelId="{A7C275C7-DDEF-4E9C-AFBD-D8A47F20F619}" type="pres">
      <dgm:prSet presAssocID="{D6BD40A5-B693-45DD-ACD3-9495F1046309}" presName="parTx" presStyleLbl="revTx" presStyleIdx="4" presStyleCnt="6">
        <dgm:presLayoutVars>
          <dgm:chMax val="0"/>
          <dgm:chPref val="0"/>
        </dgm:presLayoutVars>
      </dgm:prSet>
      <dgm:spPr/>
    </dgm:pt>
    <dgm:pt modelId="{16A10694-17DC-4E39-AE51-7557016EF1AB}" type="pres">
      <dgm:prSet presAssocID="{CBE7F96E-D18B-4721-8889-3C9C85E20321}" presName="sibTrans" presStyleCnt="0"/>
      <dgm:spPr/>
    </dgm:pt>
    <dgm:pt modelId="{B98BC168-3A44-4759-9FC9-B52ADC8C4FAA}" type="pres">
      <dgm:prSet presAssocID="{C942C633-9DED-4F54-928B-B465F4EE3401}" presName="compNode" presStyleCnt="0"/>
      <dgm:spPr/>
    </dgm:pt>
    <dgm:pt modelId="{F119C07A-0A48-4E8A-907F-898874D7007F}" type="pres">
      <dgm:prSet presAssocID="{C942C633-9DED-4F54-928B-B465F4EE3401}" presName="bgRect" presStyleLbl="bgShp" presStyleIdx="5" presStyleCnt="6"/>
      <dgm:spPr/>
    </dgm:pt>
    <dgm:pt modelId="{CD270753-1CAB-4CD8-BE39-FACBFF6C9333}" type="pres">
      <dgm:prSet presAssocID="{C942C633-9DED-4F54-928B-B465F4EE340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9FC7F8B8-2DCE-4D7D-80AC-9ED869C1DA15}" type="pres">
      <dgm:prSet presAssocID="{C942C633-9DED-4F54-928B-B465F4EE3401}" presName="spaceRect" presStyleCnt="0"/>
      <dgm:spPr/>
    </dgm:pt>
    <dgm:pt modelId="{0E7BAF56-0077-4B59-A2BF-EA726ABB0A8F}" type="pres">
      <dgm:prSet presAssocID="{C942C633-9DED-4F54-928B-B465F4EE340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D379701-4EE4-4EFB-BB33-E95BBCBDA861}" srcId="{A0173580-6241-46C0-882F-1177A739875F}" destId="{FCC6100C-0FE4-41B8-9E07-E60613FCB52D}" srcOrd="1" destOrd="0" parTransId="{F009AE15-4E2F-4B56-A657-B2B8D93C3B1F}" sibTransId="{DED52DAF-4DFA-41D8-8DC0-67680636528D}"/>
    <dgm:cxn modelId="{E2705109-18BC-4172-842E-A28F1485F88F}" srcId="{A0173580-6241-46C0-882F-1177A739875F}" destId="{D6BD40A5-B693-45DD-ACD3-9495F1046309}" srcOrd="4" destOrd="0" parTransId="{A19794FA-27C6-4396-A78F-0478A10450C7}" sibTransId="{CBE7F96E-D18B-4721-8889-3C9C85E20321}"/>
    <dgm:cxn modelId="{9E4D8419-FCD1-47D4-9B6B-E5BDB6E4B3E4}" type="presOf" srcId="{D6BD40A5-B693-45DD-ACD3-9495F1046309}" destId="{A7C275C7-DDEF-4E9C-AFBD-D8A47F20F619}" srcOrd="0" destOrd="0" presId="urn:microsoft.com/office/officeart/2018/2/layout/IconVerticalSolidList"/>
    <dgm:cxn modelId="{418AB920-3E0B-4D25-9C04-8B79E13DEC02}" srcId="{A0173580-6241-46C0-882F-1177A739875F}" destId="{C942C633-9DED-4F54-928B-B465F4EE3401}" srcOrd="5" destOrd="0" parTransId="{DE6B237E-6996-4A66-BAAA-24B83147DEF5}" sibTransId="{2EC86386-81D2-4CC0-8CFA-8BC7BF893606}"/>
    <dgm:cxn modelId="{21E32B5C-CC16-4E14-BE38-E85AD1195E48}" srcId="{A0173580-6241-46C0-882F-1177A739875F}" destId="{00026869-32BC-4325-8E74-A0ECBDEF8FD0}" srcOrd="2" destOrd="0" parTransId="{0425446B-9CEA-4E03-BDFF-06C4A3AC2F41}" sibTransId="{947A411D-5FBA-4F8F-8556-DB992E86C06F}"/>
    <dgm:cxn modelId="{24DDD570-726C-4194-BD6C-DFB9F80D56CA}" type="presOf" srcId="{FCC6100C-0FE4-41B8-9E07-E60613FCB52D}" destId="{268077AC-FCEA-4563-9ED2-8D50600A4C92}" srcOrd="0" destOrd="0" presId="urn:microsoft.com/office/officeart/2018/2/layout/IconVerticalSolidList"/>
    <dgm:cxn modelId="{71D70F75-BD6E-49C5-9076-74E0D151CBC4}" type="presOf" srcId="{00026869-32BC-4325-8E74-A0ECBDEF8FD0}" destId="{7807A6FD-CC0B-4DC7-9DBA-F585E8C1DA69}" srcOrd="0" destOrd="0" presId="urn:microsoft.com/office/officeart/2018/2/layout/IconVerticalSolidList"/>
    <dgm:cxn modelId="{1DAE42B2-4E0A-4653-BA29-8ADDC7674020}" type="presOf" srcId="{C942C633-9DED-4F54-928B-B465F4EE3401}" destId="{0E7BAF56-0077-4B59-A2BF-EA726ABB0A8F}" srcOrd="0" destOrd="0" presId="urn:microsoft.com/office/officeart/2018/2/layout/IconVerticalSolidList"/>
    <dgm:cxn modelId="{261041DC-CE27-47C4-A39A-FD9AA4FAC5D7}" type="presOf" srcId="{011AD479-F79A-4B55-A31A-15A0D7FB03E2}" destId="{74D3C12F-EA36-4175-A2EF-2C6239FA2DB8}" srcOrd="0" destOrd="0" presId="urn:microsoft.com/office/officeart/2018/2/layout/IconVerticalSolidList"/>
    <dgm:cxn modelId="{DBD0C3DF-3EF2-47B7-895B-7E3086E1FE73}" srcId="{A0173580-6241-46C0-882F-1177A739875F}" destId="{5B2D7BFC-4C3A-416A-9873-6AAB92829578}" srcOrd="3" destOrd="0" parTransId="{CE31F625-EE7A-4896-86F0-F5EF21506E6E}" sibTransId="{771F2235-A3B6-45AB-A3EF-B69A7AE24213}"/>
    <dgm:cxn modelId="{BEE87EE3-DE88-40E1-A0BB-8A87506E9561}" srcId="{A0173580-6241-46C0-882F-1177A739875F}" destId="{011AD479-F79A-4B55-A31A-15A0D7FB03E2}" srcOrd="0" destOrd="0" parTransId="{64C3A283-E636-4714-98E9-FC10A6E90923}" sibTransId="{475A9381-91AF-4F38-88FA-49BCF78473A4}"/>
    <dgm:cxn modelId="{78277EE4-AB95-4954-91E0-B339B95C8AB5}" type="presOf" srcId="{5B2D7BFC-4C3A-416A-9873-6AAB92829578}" destId="{EBE824B8-4A21-477F-9012-9F16782AE0B1}" srcOrd="0" destOrd="0" presId="urn:microsoft.com/office/officeart/2018/2/layout/IconVerticalSolidList"/>
    <dgm:cxn modelId="{7C2181FA-3D68-48B3-8080-04DB206B45D9}" type="presOf" srcId="{A0173580-6241-46C0-882F-1177A739875F}" destId="{DB67DE2E-B531-4A93-A552-8B691CE187A3}" srcOrd="0" destOrd="0" presId="urn:microsoft.com/office/officeart/2018/2/layout/IconVerticalSolidList"/>
    <dgm:cxn modelId="{473B26FD-78B6-4A27-AE48-E69DD0CE2053}" type="presParOf" srcId="{DB67DE2E-B531-4A93-A552-8B691CE187A3}" destId="{8829FBA0-1DBD-4938-A62C-78D71BAA962F}" srcOrd="0" destOrd="0" presId="urn:microsoft.com/office/officeart/2018/2/layout/IconVerticalSolidList"/>
    <dgm:cxn modelId="{D9A8D521-9766-4329-91AE-6DFD63DB05D6}" type="presParOf" srcId="{8829FBA0-1DBD-4938-A62C-78D71BAA962F}" destId="{CEDA0879-50DE-45DE-B20A-03B1616D6ADE}" srcOrd="0" destOrd="0" presId="urn:microsoft.com/office/officeart/2018/2/layout/IconVerticalSolidList"/>
    <dgm:cxn modelId="{D4738A96-CC69-4FF2-A1C5-1DAE355A37CD}" type="presParOf" srcId="{8829FBA0-1DBD-4938-A62C-78D71BAA962F}" destId="{0FE5ADEA-9C99-4A21-919B-1CA7C5560240}" srcOrd="1" destOrd="0" presId="urn:microsoft.com/office/officeart/2018/2/layout/IconVerticalSolidList"/>
    <dgm:cxn modelId="{7FCF811D-CD09-4F8C-A116-977011CC6EFD}" type="presParOf" srcId="{8829FBA0-1DBD-4938-A62C-78D71BAA962F}" destId="{EBBB183A-A3B6-4CEB-A7EF-C3662AAF6FB9}" srcOrd="2" destOrd="0" presId="urn:microsoft.com/office/officeart/2018/2/layout/IconVerticalSolidList"/>
    <dgm:cxn modelId="{9111A012-4724-4AA9-9EC3-FA07B8594976}" type="presParOf" srcId="{8829FBA0-1DBD-4938-A62C-78D71BAA962F}" destId="{74D3C12F-EA36-4175-A2EF-2C6239FA2DB8}" srcOrd="3" destOrd="0" presId="urn:microsoft.com/office/officeart/2018/2/layout/IconVerticalSolidList"/>
    <dgm:cxn modelId="{C1314F1B-CA8F-4889-9819-A9FBBFE55E9F}" type="presParOf" srcId="{DB67DE2E-B531-4A93-A552-8B691CE187A3}" destId="{695A3E3C-1F7C-4EA4-B011-AA2ADF30DCA3}" srcOrd="1" destOrd="0" presId="urn:microsoft.com/office/officeart/2018/2/layout/IconVerticalSolidList"/>
    <dgm:cxn modelId="{18881F44-8C35-4950-B2B6-3CECEAA2CE62}" type="presParOf" srcId="{DB67DE2E-B531-4A93-A552-8B691CE187A3}" destId="{D28ED7BE-F0E1-4791-BBF8-A1C2C513CA10}" srcOrd="2" destOrd="0" presId="urn:microsoft.com/office/officeart/2018/2/layout/IconVerticalSolidList"/>
    <dgm:cxn modelId="{DEF8B333-6DE8-4194-A41A-CD7D360E7366}" type="presParOf" srcId="{D28ED7BE-F0E1-4791-BBF8-A1C2C513CA10}" destId="{C33AF427-B489-42D3-9F03-70381C70F302}" srcOrd="0" destOrd="0" presId="urn:microsoft.com/office/officeart/2018/2/layout/IconVerticalSolidList"/>
    <dgm:cxn modelId="{F973E8D7-5EB6-4CC7-A267-D81BAED403B5}" type="presParOf" srcId="{D28ED7BE-F0E1-4791-BBF8-A1C2C513CA10}" destId="{65E09777-1B50-45B9-A00B-DB48E5B77AE7}" srcOrd="1" destOrd="0" presId="urn:microsoft.com/office/officeart/2018/2/layout/IconVerticalSolidList"/>
    <dgm:cxn modelId="{BE37290C-7D5C-4CB0-8094-6132F12C8A7E}" type="presParOf" srcId="{D28ED7BE-F0E1-4791-BBF8-A1C2C513CA10}" destId="{E24E9D9D-8720-4FE4-B12D-FE1A3BB9AD90}" srcOrd="2" destOrd="0" presId="urn:microsoft.com/office/officeart/2018/2/layout/IconVerticalSolidList"/>
    <dgm:cxn modelId="{5FE342EA-A266-484D-825A-9164DF87AEA9}" type="presParOf" srcId="{D28ED7BE-F0E1-4791-BBF8-A1C2C513CA10}" destId="{268077AC-FCEA-4563-9ED2-8D50600A4C92}" srcOrd="3" destOrd="0" presId="urn:microsoft.com/office/officeart/2018/2/layout/IconVerticalSolidList"/>
    <dgm:cxn modelId="{622407DE-13D6-45A9-B9E3-ABB9B73A650A}" type="presParOf" srcId="{DB67DE2E-B531-4A93-A552-8B691CE187A3}" destId="{CE9FEC3B-271E-4070-92E0-8ADA25ECF3F8}" srcOrd="3" destOrd="0" presId="urn:microsoft.com/office/officeart/2018/2/layout/IconVerticalSolidList"/>
    <dgm:cxn modelId="{0D091389-D242-4734-95A9-4A2898C9DB9A}" type="presParOf" srcId="{DB67DE2E-B531-4A93-A552-8B691CE187A3}" destId="{9F6E9C39-1F04-4CA1-9CB4-53565A221D16}" srcOrd="4" destOrd="0" presId="urn:microsoft.com/office/officeart/2018/2/layout/IconVerticalSolidList"/>
    <dgm:cxn modelId="{E208BF4C-C103-4606-84BB-C7ADC12B194E}" type="presParOf" srcId="{9F6E9C39-1F04-4CA1-9CB4-53565A221D16}" destId="{FA9FB0DD-E640-4269-BABC-F8D9BAC5B76D}" srcOrd="0" destOrd="0" presId="urn:microsoft.com/office/officeart/2018/2/layout/IconVerticalSolidList"/>
    <dgm:cxn modelId="{07845697-788E-44C1-BE21-61D4DB122894}" type="presParOf" srcId="{9F6E9C39-1F04-4CA1-9CB4-53565A221D16}" destId="{A0CAFDAE-5BBE-4E8F-BFF8-57CFB34634AD}" srcOrd="1" destOrd="0" presId="urn:microsoft.com/office/officeart/2018/2/layout/IconVerticalSolidList"/>
    <dgm:cxn modelId="{B05E9002-5298-4108-9C98-3A6B450AAAE8}" type="presParOf" srcId="{9F6E9C39-1F04-4CA1-9CB4-53565A221D16}" destId="{A6411B42-030F-43A9-AE77-63F019272F09}" srcOrd="2" destOrd="0" presId="urn:microsoft.com/office/officeart/2018/2/layout/IconVerticalSolidList"/>
    <dgm:cxn modelId="{40A29B2D-04C4-4DF9-9C56-1C8354D3CC92}" type="presParOf" srcId="{9F6E9C39-1F04-4CA1-9CB4-53565A221D16}" destId="{7807A6FD-CC0B-4DC7-9DBA-F585E8C1DA69}" srcOrd="3" destOrd="0" presId="urn:microsoft.com/office/officeart/2018/2/layout/IconVerticalSolidList"/>
    <dgm:cxn modelId="{C17EE025-4C20-452E-B848-E651A0988A34}" type="presParOf" srcId="{DB67DE2E-B531-4A93-A552-8B691CE187A3}" destId="{9D57FEC1-0160-486C-89D6-72C3B9FA4530}" srcOrd="5" destOrd="0" presId="urn:microsoft.com/office/officeart/2018/2/layout/IconVerticalSolidList"/>
    <dgm:cxn modelId="{7C9C9AA0-40D3-4000-B8B0-16AE9241F5C4}" type="presParOf" srcId="{DB67DE2E-B531-4A93-A552-8B691CE187A3}" destId="{09EB5CF6-3E19-427D-A80B-E83E110FA1F6}" srcOrd="6" destOrd="0" presId="urn:microsoft.com/office/officeart/2018/2/layout/IconVerticalSolidList"/>
    <dgm:cxn modelId="{3278A2FE-C3FC-40FB-A9E9-45CE1DB9A1C0}" type="presParOf" srcId="{09EB5CF6-3E19-427D-A80B-E83E110FA1F6}" destId="{731E45A9-48CD-4D80-8723-2F32A923390B}" srcOrd="0" destOrd="0" presId="urn:microsoft.com/office/officeart/2018/2/layout/IconVerticalSolidList"/>
    <dgm:cxn modelId="{609EF256-930C-46EB-A9CD-D0EFF307C1D3}" type="presParOf" srcId="{09EB5CF6-3E19-427D-A80B-E83E110FA1F6}" destId="{E35F0256-3286-4F29-843B-C34FE20AA0F7}" srcOrd="1" destOrd="0" presId="urn:microsoft.com/office/officeart/2018/2/layout/IconVerticalSolidList"/>
    <dgm:cxn modelId="{2FB3A0F6-8382-4F8E-9206-9C1BFB9E4D7A}" type="presParOf" srcId="{09EB5CF6-3E19-427D-A80B-E83E110FA1F6}" destId="{5012D0AF-3C7D-498B-BCBB-EF3595EEA116}" srcOrd="2" destOrd="0" presId="urn:microsoft.com/office/officeart/2018/2/layout/IconVerticalSolidList"/>
    <dgm:cxn modelId="{46DF2612-D3DE-41C4-A8C0-929FC9E07E85}" type="presParOf" srcId="{09EB5CF6-3E19-427D-A80B-E83E110FA1F6}" destId="{EBE824B8-4A21-477F-9012-9F16782AE0B1}" srcOrd="3" destOrd="0" presId="urn:microsoft.com/office/officeart/2018/2/layout/IconVerticalSolidList"/>
    <dgm:cxn modelId="{D3528FD9-5D1F-44AC-8889-A12481C47BE0}" type="presParOf" srcId="{DB67DE2E-B531-4A93-A552-8B691CE187A3}" destId="{250AAD67-AAEA-46BA-9EFD-9C81ABFE9495}" srcOrd="7" destOrd="0" presId="urn:microsoft.com/office/officeart/2018/2/layout/IconVerticalSolidList"/>
    <dgm:cxn modelId="{805AE051-1EEE-491F-BEBF-C80B14352D51}" type="presParOf" srcId="{DB67DE2E-B531-4A93-A552-8B691CE187A3}" destId="{C199816A-A835-442A-872A-4476C8622AA9}" srcOrd="8" destOrd="0" presId="urn:microsoft.com/office/officeart/2018/2/layout/IconVerticalSolidList"/>
    <dgm:cxn modelId="{4BE8817A-0F1A-4F0B-8E14-3580A9E95B8E}" type="presParOf" srcId="{C199816A-A835-442A-872A-4476C8622AA9}" destId="{09874AFB-D143-4C38-8635-B67F2C59D891}" srcOrd="0" destOrd="0" presId="urn:microsoft.com/office/officeart/2018/2/layout/IconVerticalSolidList"/>
    <dgm:cxn modelId="{DFFCFE23-7DAA-4D6B-9638-BBDBE2C3D8C9}" type="presParOf" srcId="{C199816A-A835-442A-872A-4476C8622AA9}" destId="{71DF2252-85DD-41A0-B9E4-28541F6CA24D}" srcOrd="1" destOrd="0" presId="urn:microsoft.com/office/officeart/2018/2/layout/IconVerticalSolidList"/>
    <dgm:cxn modelId="{BDDBE91B-4068-49AE-BAB1-D9A9DDBEB87C}" type="presParOf" srcId="{C199816A-A835-442A-872A-4476C8622AA9}" destId="{396E782A-A16E-43BE-8BBE-09DB70EE8DCF}" srcOrd="2" destOrd="0" presId="urn:microsoft.com/office/officeart/2018/2/layout/IconVerticalSolidList"/>
    <dgm:cxn modelId="{38E0BAEE-B1C0-4B80-A712-4D7B550F33BA}" type="presParOf" srcId="{C199816A-A835-442A-872A-4476C8622AA9}" destId="{A7C275C7-DDEF-4E9C-AFBD-D8A47F20F619}" srcOrd="3" destOrd="0" presId="urn:microsoft.com/office/officeart/2018/2/layout/IconVerticalSolidList"/>
    <dgm:cxn modelId="{A2752AD3-388E-41B6-BD28-13121B103FA8}" type="presParOf" srcId="{DB67DE2E-B531-4A93-A552-8B691CE187A3}" destId="{16A10694-17DC-4E39-AE51-7557016EF1AB}" srcOrd="9" destOrd="0" presId="urn:microsoft.com/office/officeart/2018/2/layout/IconVerticalSolidList"/>
    <dgm:cxn modelId="{BC8C5715-2A0E-4C95-83C8-36023382B8EE}" type="presParOf" srcId="{DB67DE2E-B531-4A93-A552-8B691CE187A3}" destId="{B98BC168-3A44-4759-9FC9-B52ADC8C4FAA}" srcOrd="10" destOrd="0" presId="urn:microsoft.com/office/officeart/2018/2/layout/IconVerticalSolidList"/>
    <dgm:cxn modelId="{3C9B64C0-3AB4-47F8-ADA8-4B2B586C408E}" type="presParOf" srcId="{B98BC168-3A44-4759-9FC9-B52ADC8C4FAA}" destId="{F119C07A-0A48-4E8A-907F-898874D7007F}" srcOrd="0" destOrd="0" presId="urn:microsoft.com/office/officeart/2018/2/layout/IconVerticalSolidList"/>
    <dgm:cxn modelId="{1AE9DCBC-D1DE-47E6-87A6-CCF765235AF5}" type="presParOf" srcId="{B98BC168-3A44-4759-9FC9-B52ADC8C4FAA}" destId="{CD270753-1CAB-4CD8-BE39-FACBFF6C9333}" srcOrd="1" destOrd="0" presId="urn:microsoft.com/office/officeart/2018/2/layout/IconVerticalSolidList"/>
    <dgm:cxn modelId="{EAE7C738-FDFD-4FAA-8130-DECD6604D49C}" type="presParOf" srcId="{B98BC168-3A44-4759-9FC9-B52ADC8C4FAA}" destId="{9FC7F8B8-2DCE-4D7D-80AC-9ED869C1DA15}" srcOrd="2" destOrd="0" presId="urn:microsoft.com/office/officeart/2018/2/layout/IconVerticalSolidList"/>
    <dgm:cxn modelId="{9EE2348D-151C-4841-A9FF-FB172CA4FA61}" type="presParOf" srcId="{B98BC168-3A44-4759-9FC9-B52ADC8C4FAA}" destId="{0E7BAF56-0077-4B59-A2BF-EA726ABB0A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A0879-50DE-45DE-B20A-03B1616D6ADE}">
      <dsp:nvSpPr>
        <dsp:cNvPr id="0" name=""/>
        <dsp:cNvSpPr/>
      </dsp:nvSpPr>
      <dsp:spPr>
        <a:xfrm>
          <a:off x="0" y="1209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5ADEA-9C99-4A21-919B-1CA7C5560240}">
      <dsp:nvSpPr>
        <dsp:cNvPr id="0" name=""/>
        <dsp:cNvSpPr/>
      </dsp:nvSpPr>
      <dsp:spPr>
        <a:xfrm>
          <a:off x="155942" y="117200"/>
          <a:ext cx="283532" cy="283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3C12F-EA36-4175-A2EF-2C6239FA2DB8}">
      <dsp:nvSpPr>
        <dsp:cNvPr id="0" name=""/>
        <dsp:cNvSpPr/>
      </dsp:nvSpPr>
      <dsp:spPr>
        <a:xfrm>
          <a:off x="595418" y="1209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Problématique : Les défis de l'IoT </a:t>
          </a:r>
          <a:endParaRPr lang="en-US" sz="1900" kern="1200" dirty="0"/>
        </a:p>
      </dsp:txBody>
      <dsp:txXfrm>
        <a:off x="595418" y="1209"/>
        <a:ext cx="10095846" cy="515513"/>
      </dsp:txXfrm>
    </dsp:sp>
    <dsp:sp modelId="{C33AF427-B489-42D3-9F03-70381C70F302}">
      <dsp:nvSpPr>
        <dsp:cNvPr id="0" name=""/>
        <dsp:cNvSpPr/>
      </dsp:nvSpPr>
      <dsp:spPr>
        <a:xfrm>
          <a:off x="0" y="645602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09777-1B50-45B9-A00B-DB48E5B77AE7}">
      <dsp:nvSpPr>
        <dsp:cNvPr id="0" name=""/>
        <dsp:cNvSpPr/>
      </dsp:nvSpPr>
      <dsp:spPr>
        <a:xfrm>
          <a:off x="155942" y="761592"/>
          <a:ext cx="283532" cy="283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077AC-FCEA-4563-9ED2-8D50600A4C92}">
      <dsp:nvSpPr>
        <dsp:cNvPr id="0" name=""/>
        <dsp:cNvSpPr/>
      </dsp:nvSpPr>
      <dsp:spPr>
        <a:xfrm>
          <a:off x="595418" y="645602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Notre Solution </a:t>
          </a:r>
          <a:endParaRPr lang="en-US" sz="1900" kern="1200" dirty="0"/>
        </a:p>
      </dsp:txBody>
      <dsp:txXfrm>
        <a:off x="595418" y="645602"/>
        <a:ext cx="10095846" cy="515513"/>
      </dsp:txXfrm>
    </dsp:sp>
    <dsp:sp modelId="{FA9FB0DD-E640-4269-BABC-F8D9BAC5B76D}">
      <dsp:nvSpPr>
        <dsp:cNvPr id="0" name=""/>
        <dsp:cNvSpPr/>
      </dsp:nvSpPr>
      <dsp:spPr>
        <a:xfrm>
          <a:off x="0" y="1289994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AFDAE-5BBE-4E8F-BFF8-57CFB34634AD}">
      <dsp:nvSpPr>
        <dsp:cNvPr id="0" name=""/>
        <dsp:cNvSpPr/>
      </dsp:nvSpPr>
      <dsp:spPr>
        <a:xfrm>
          <a:off x="155942" y="1405985"/>
          <a:ext cx="283532" cy="283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7A6FD-CC0B-4DC7-9DBA-F585E8C1DA69}">
      <dsp:nvSpPr>
        <dsp:cNvPr id="0" name=""/>
        <dsp:cNvSpPr/>
      </dsp:nvSpPr>
      <dsp:spPr>
        <a:xfrm>
          <a:off x="595418" y="1289994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Architecture du Système</a:t>
          </a:r>
          <a:endParaRPr lang="en-US" sz="1900" kern="1200" dirty="0"/>
        </a:p>
      </dsp:txBody>
      <dsp:txXfrm>
        <a:off x="595418" y="1289994"/>
        <a:ext cx="10095846" cy="515513"/>
      </dsp:txXfrm>
    </dsp:sp>
    <dsp:sp modelId="{731E45A9-48CD-4D80-8723-2F32A923390B}">
      <dsp:nvSpPr>
        <dsp:cNvPr id="0" name=""/>
        <dsp:cNvSpPr/>
      </dsp:nvSpPr>
      <dsp:spPr>
        <a:xfrm>
          <a:off x="0" y="1934387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F0256-3286-4F29-843B-C34FE20AA0F7}">
      <dsp:nvSpPr>
        <dsp:cNvPr id="0" name=""/>
        <dsp:cNvSpPr/>
      </dsp:nvSpPr>
      <dsp:spPr>
        <a:xfrm>
          <a:off x="155942" y="2050377"/>
          <a:ext cx="283532" cy="283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824B8-4A21-477F-9012-9F16782AE0B1}">
      <dsp:nvSpPr>
        <dsp:cNvPr id="0" name=""/>
        <dsp:cNvSpPr/>
      </dsp:nvSpPr>
      <dsp:spPr>
        <a:xfrm>
          <a:off x="595418" y="1934387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Focus Technique : Le cycle de vie</a:t>
          </a:r>
          <a:endParaRPr lang="en-US" sz="1900" kern="1200" dirty="0"/>
        </a:p>
      </dsp:txBody>
      <dsp:txXfrm>
        <a:off x="595418" y="1934387"/>
        <a:ext cx="10095846" cy="515513"/>
      </dsp:txXfrm>
    </dsp:sp>
    <dsp:sp modelId="{09874AFB-D143-4C38-8635-B67F2C59D891}">
      <dsp:nvSpPr>
        <dsp:cNvPr id="0" name=""/>
        <dsp:cNvSpPr/>
      </dsp:nvSpPr>
      <dsp:spPr>
        <a:xfrm>
          <a:off x="0" y="2578779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F2252-85DD-41A0-B9E4-28541F6CA24D}">
      <dsp:nvSpPr>
        <dsp:cNvPr id="0" name=""/>
        <dsp:cNvSpPr/>
      </dsp:nvSpPr>
      <dsp:spPr>
        <a:xfrm>
          <a:off x="155942" y="2694770"/>
          <a:ext cx="283532" cy="2835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275C7-DDEF-4E9C-AFBD-D8A47F20F619}">
      <dsp:nvSpPr>
        <dsp:cNvPr id="0" name=""/>
        <dsp:cNvSpPr/>
      </dsp:nvSpPr>
      <dsp:spPr>
        <a:xfrm>
          <a:off x="595418" y="2578779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Scénario de Démonstration</a:t>
          </a:r>
          <a:endParaRPr lang="en-US" sz="1900" kern="1200" dirty="0"/>
        </a:p>
      </dsp:txBody>
      <dsp:txXfrm>
        <a:off x="595418" y="2578779"/>
        <a:ext cx="10095846" cy="515513"/>
      </dsp:txXfrm>
    </dsp:sp>
    <dsp:sp modelId="{F119C07A-0A48-4E8A-907F-898874D7007F}">
      <dsp:nvSpPr>
        <dsp:cNvPr id="0" name=""/>
        <dsp:cNvSpPr/>
      </dsp:nvSpPr>
      <dsp:spPr>
        <a:xfrm>
          <a:off x="0" y="3223172"/>
          <a:ext cx="10691265" cy="51551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70753-1CAB-4CD8-BE39-FACBFF6C9333}">
      <dsp:nvSpPr>
        <dsp:cNvPr id="0" name=""/>
        <dsp:cNvSpPr/>
      </dsp:nvSpPr>
      <dsp:spPr>
        <a:xfrm>
          <a:off x="155942" y="3339162"/>
          <a:ext cx="283532" cy="28353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BAF56-0077-4B59-A2BF-EA726ABB0A8F}">
      <dsp:nvSpPr>
        <dsp:cNvPr id="0" name=""/>
        <dsp:cNvSpPr/>
      </dsp:nvSpPr>
      <dsp:spPr>
        <a:xfrm>
          <a:off x="595418" y="3223172"/>
          <a:ext cx="10095846" cy="515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559" tIns="54559" rIns="54559" bIns="5455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Résultats &amp; Conclusion</a:t>
          </a:r>
          <a:endParaRPr lang="en-US" sz="1900" kern="1200"/>
        </a:p>
      </dsp:txBody>
      <dsp:txXfrm>
        <a:off x="595418" y="3223172"/>
        <a:ext cx="10095846" cy="515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6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3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3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5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4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0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5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58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17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B57A0-584C-D785-094D-23CA41BF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/>
              <a:t>Conception d'un Système IoT Industriel Sécurisé et Autonome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A6304-9DD6-3818-1579-B581AA8B3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400" dirty="0"/>
              <a:t>Gestion du Cycle de Vie : OTA, Énergie &amp; Data</a:t>
            </a:r>
          </a:p>
          <a:p>
            <a:pPr>
              <a:lnSpc>
                <a:spcPct val="100000"/>
              </a:lnSpc>
            </a:pPr>
            <a:endParaRPr lang="fr-FR" sz="1400" dirty="0"/>
          </a:p>
          <a:p>
            <a:pPr>
              <a:lnSpc>
                <a:spcPct val="100000"/>
              </a:lnSpc>
            </a:pPr>
            <a:r>
              <a:rPr lang="en-US" sz="1400" dirty="0" err="1"/>
              <a:t>Presente</a:t>
            </a:r>
            <a:r>
              <a:rPr lang="en-US" sz="1400" dirty="0"/>
              <a:t> par : Mehdi DERBAL, Chiheb HBIBI, </a:t>
            </a:r>
            <a:r>
              <a:rPr lang="en-US" sz="1400" dirty="0" err="1"/>
              <a:t>Moetez</a:t>
            </a:r>
            <a:r>
              <a:rPr lang="en-US" sz="1400" dirty="0"/>
              <a:t> CHIHI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E9140A-F81A-BA92-D5F6-F3673AAD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49" r="6961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2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4C9A-D26F-4F41-B1F1-A9572A3D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Sommaire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C4DCDF-C175-2E87-281B-4CD0D2888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665117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44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7B2FB7A-CE79-758D-569B-14A19F30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126293" cy="3543764"/>
          </a:xfrm>
        </p:spPr>
        <p:txBody>
          <a:bodyPr>
            <a:normAutofit/>
          </a:bodyPr>
          <a:lstStyle/>
          <a:p>
            <a:r>
              <a:rPr lang="fr-FR" sz="2800" b="1" dirty="0"/>
              <a:t>Problématique - Les défis de l'IoT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7D80-4DCE-22A8-4B7A-181F89A45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1" y="978558"/>
            <a:ext cx="7354087" cy="5091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Le Contexte :</a:t>
            </a:r>
            <a:r>
              <a:rPr lang="fr-FR" dirty="0"/>
              <a:t> Des capteurs placés dans des zones inaccessibles (Forêts, Usines, Champs).</a:t>
            </a:r>
          </a:p>
          <a:p>
            <a:pPr marL="0" indent="0">
              <a:buNone/>
            </a:pPr>
            <a:r>
              <a:rPr lang="fr-FR" b="1" dirty="0"/>
              <a:t>3 Défis Majeurs :</a:t>
            </a:r>
            <a:endParaRPr lang="fr-FR" dirty="0"/>
          </a:p>
          <a:p>
            <a:pPr lvl="1"/>
            <a:r>
              <a:rPr lang="fr-FR" dirty="0"/>
              <a:t> </a:t>
            </a:r>
            <a:r>
              <a:rPr lang="fr-FR" b="1" dirty="0"/>
              <a:t>Sécurité :</a:t>
            </a:r>
            <a:r>
              <a:rPr lang="fr-FR" dirty="0"/>
              <a:t> Comment éviter l'injection de code malveillant à distance ?</a:t>
            </a:r>
          </a:p>
          <a:p>
            <a:pPr lvl="1"/>
            <a:r>
              <a:rPr lang="fr-FR" dirty="0"/>
              <a:t> </a:t>
            </a:r>
            <a:r>
              <a:rPr lang="fr-FR" b="1" dirty="0"/>
              <a:t>Énergie :</a:t>
            </a:r>
            <a:r>
              <a:rPr lang="fr-FR" dirty="0"/>
              <a:t> Le Wi-Fi consomme trop (300mA). Comment survivre sur batterie ?</a:t>
            </a:r>
          </a:p>
          <a:p>
            <a:pPr lvl="1"/>
            <a:r>
              <a:rPr lang="fr-FR" dirty="0"/>
              <a:t> </a:t>
            </a:r>
            <a:r>
              <a:rPr lang="fr-FR" b="1" dirty="0"/>
              <a:t>Maintenance :</a:t>
            </a:r>
            <a:r>
              <a:rPr lang="fr-FR" dirty="0"/>
              <a:t> Comment faire évoluer les fonctionnalités sans déplacement physique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13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45EDA-1DA3-DC89-79D2-5F29804B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fr-FR" sz="3600" b="1"/>
              <a:t>Notre Solution - Une Approche Globale</a:t>
            </a:r>
            <a:endParaRPr lang="en-US" sz="36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EE7103D-D884-7726-2948-01BDD75B0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1" y="1627085"/>
            <a:ext cx="6844892" cy="5639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ne proposons pas juste une mise à jour, mais un </a:t>
            </a:r>
            <a:r>
              <a:rPr lang="fr-FR" b="1" dirty="0"/>
              <a:t>écosystème complet</a:t>
            </a:r>
            <a:r>
              <a:rPr lang="fr-FR" dirty="0"/>
              <a:t>.</a:t>
            </a:r>
          </a:p>
          <a:p>
            <a:r>
              <a:rPr lang="fr-FR" b="1" dirty="0"/>
              <a:t>Sécurisé :</a:t>
            </a:r>
            <a:r>
              <a:rPr lang="fr-FR" dirty="0"/>
              <a:t> Protocole </a:t>
            </a:r>
            <a:r>
              <a:rPr lang="fr-FR" b="1" dirty="0"/>
              <a:t>HTTPS</a:t>
            </a:r>
            <a:r>
              <a:rPr lang="fr-FR" dirty="0"/>
              <a:t> + Vérification d'empreinte (</a:t>
            </a:r>
            <a:r>
              <a:rPr lang="fr-FR" b="1" dirty="0" err="1"/>
              <a:t>Certificate</a:t>
            </a:r>
            <a:r>
              <a:rPr lang="fr-FR" b="1" dirty="0"/>
              <a:t> </a:t>
            </a:r>
            <a:r>
              <a:rPr lang="fr-FR" b="1" dirty="0" err="1"/>
              <a:t>Pinning</a:t>
            </a:r>
            <a:r>
              <a:rPr lang="fr-FR" dirty="0"/>
              <a:t>).</a:t>
            </a:r>
          </a:p>
          <a:p>
            <a:r>
              <a:rPr lang="fr-FR" b="1" dirty="0"/>
              <a:t>Durable :</a:t>
            </a:r>
            <a:r>
              <a:rPr lang="fr-FR" dirty="0"/>
              <a:t> Utilisation du </a:t>
            </a:r>
            <a:r>
              <a:rPr lang="fr-FR" b="1" dirty="0"/>
              <a:t>Deep </a:t>
            </a:r>
            <a:r>
              <a:rPr lang="fr-FR" b="1" dirty="0" err="1"/>
              <a:t>Sleep</a:t>
            </a:r>
            <a:r>
              <a:rPr lang="fr-FR" dirty="0"/>
              <a:t> (Sommeil profond) + IP Statique (Connexion &lt; 1s).</a:t>
            </a:r>
          </a:p>
          <a:p>
            <a:r>
              <a:rPr lang="fr-FR" b="1" dirty="0"/>
              <a:t>Intelligent :</a:t>
            </a:r>
            <a:r>
              <a:rPr lang="fr-FR" dirty="0"/>
              <a:t> Architecture Backend (</a:t>
            </a:r>
            <a:r>
              <a:rPr lang="fr-FR" b="1" dirty="0"/>
              <a:t>Python Flask</a:t>
            </a:r>
            <a:r>
              <a:rPr lang="fr-FR" dirty="0"/>
              <a:t>) avec historisation des données (</a:t>
            </a:r>
            <a:r>
              <a:rPr lang="fr-FR" b="1" dirty="0"/>
              <a:t>SQLite</a:t>
            </a:r>
            <a:r>
              <a:rPr lang="fr-FR" dirty="0"/>
              <a:t>).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6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4FAA-1D42-C370-B9F7-013462CA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Architecture du Système</a:t>
            </a:r>
            <a:endParaRPr lang="en-US" dirty="0"/>
          </a:p>
        </p:txBody>
      </p:sp>
      <p:pic>
        <p:nvPicPr>
          <p:cNvPr id="6" name="Picture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A9387761-2C83-0CF8-8B10-15E0800B4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76" b="29084"/>
          <a:stretch>
            <a:fillRect/>
          </a:stretch>
        </p:blipFill>
        <p:spPr>
          <a:xfrm>
            <a:off x="800100" y="1648581"/>
            <a:ext cx="10852220" cy="507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6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D7BA-275D-CB38-D07D-4E3150A9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Focus Technique - Le Cycle de Vie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8A3E-750F-FE2C-9CCC-DC99350F9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Comment l'objet gère-t-il son autonomie et sa sécurité ?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Réveil (Reset)</a:t>
            </a:r>
            <a:r>
              <a:rPr lang="fr-FR" dirty="0"/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Connexion Ultra-Rapide</a:t>
            </a:r>
            <a:r>
              <a:rPr lang="fr-FR" dirty="0"/>
              <a:t> (IP Statique) 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Envoi de Données</a:t>
            </a:r>
            <a:r>
              <a:rPr lang="fr-FR" dirty="0"/>
              <a:t> (POST HTTPS vers API) 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Vérification Mise à Jour</a:t>
            </a:r>
            <a:r>
              <a:rPr lang="fr-FR" dirty="0"/>
              <a:t> (Check Version) </a:t>
            </a:r>
          </a:p>
          <a:p>
            <a:pPr marL="457200" lvl="1" indent="0">
              <a:buNone/>
            </a:pPr>
            <a:r>
              <a:rPr lang="fr-FR" i="1" dirty="0"/>
              <a:t>Si nouvelle version :</a:t>
            </a:r>
            <a:r>
              <a:rPr lang="fr-FR" dirty="0"/>
              <a:t> Téléchargement &amp; Installation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Sommeil Profond</a:t>
            </a:r>
            <a:r>
              <a:rPr lang="fr-FR" dirty="0"/>
              <a:t> (Deep </a:t>
            </a:r>
            <a:r>
              <a:rPr lang="fr-FR" dirty="0" err="1"/>
              <a:t>Sleep</a:t>
            </a:r>
            <a:r>
              <a:rPr lang="fr-FR" dirty="0"/>
              <a:t> 20µA) </a:t>
            </a:r>
          </a:p>
        </p:txBody>
      </p:sp>
    </p:spTree>
    <p:extLst>
      <p:ext uri="{BB962C8B-B14F-4D97-AF65-F5344CB8AC3E}">
        <p14:creationId xmlns:p14="http://schemas.microsoft.com/office/powerpoint/2010/main" val="205542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D856-D0EA-BA07-A41B-9E72BFB6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Scénario</a:t>
            </a:r>
            <a:r>
              <a:rPr lang="en-US" b="1" dirty="0"/>
              <a:t> de la </a:t>
            </a:r>
            <a:r>
              <a:rPr lang="en-US" b="1" dirty="0" err="1"/>
              <a:t>Démonstration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0D684-6389-F065-505F-EC40B50BD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Nous allons simuler la vie d'un produit sur plusieurs mois en quelques minutes.</a:t>
            </a:r>
          </a:p>
          <a:p>
            <a:r>
              <a:rPr lang="fr-FR" dirty="0"/>
              <a:t> </a:t>
            </a:r>
            <a:r>
              <a:rPr lang="fr-FR" b="1" dirty="0"/>
              <a:t>PHASE 1 : </a:t>
            </a:r>
            <a:r>
              <a:rPr lang="fr-FR" b="1" dirty="0" err="1"/>
              <a:t>Firmware</a:t>
            </a:r>
            <a:r>
              <a:rPr lang="fr-FR" b="1" dirty="0"/>
              <a:t> V1.0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i="1" dirty="0"/>
              <a:t>Mission :</a:t>
            </a:r>
            <a:r>
              <a:rPr lang="fr-FR" dirty="0"/>
              <a:t> Monitoring Thermique.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i="1" dirty="0"/>
              <a:t>Action :</a:t>
            </a:r>
            <a:r>
              <a:rPr lang="fr-FR" dirty="0"/>
              <a:t> Envoi </a:t>
            </a:r>
            <a:r>
              <a:rPr lang="fr-FR" b="1" dirty="0"/>
              <a:t>Température</a:t>
            </a:r>
            <a:r>
              <a:rPr lang="fr-FR" dirty="0"/>
              <a:t> uniquement.</a:t>
            </a:r>
          </a:p>
          <a:p>
            <a:r>
              <a:rPr lang="fr-FR" dirty="0"/>
              <a:t> </a:t>
            </a:r>
            <a:r>
              <a:rPr lang="fr-FR" b="1" dirty="0"/>
              <a:t>PHASE 2 : </a:t>
            </a:r>
            <a:r>
              <a:rPr lang="fr-FR" b="1" dirty="0" err="1"/>
              <a:t>Firmware</a:t>
            </a:r>
            <a:r>
              <a:rPr lang="fr-FR" b="1" dirty="0"/>
              <a:t> V2.0 (Mise à jour OTA)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i="1" dirty="0"/>
              <a:t>Changement de besoin client.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i="1" dirty="0"/>
              <a:t>Action :</a:t>
            </a:r>
            <a:r>
              <a:rPr lang="fr-FR" dirty="0"/>
              <a:t> Envoi </a:t>
            </a:r>
            <a:r>
              <a:rPr lang="fr-FR" b="1" dirty="0"/>
              <a:t>Humidité</a:t>
            </a:r>
            <a:r>
              <a:rPr lang="fr-FR" dirty="0"/>
              <a:t> uniquement.</a:t>
            </a:r>
          </a:p>
          <a:p>
            <a:r>
              <a:rPr lang="fr-FR" dirty="0"/>
              <a:t> </a:t>
            </a:r>
            <a:r>
              <a:rPr lang="fr-FR" b="1" dirty="0"/>
              <a:t>PHASE 3 : </a:t>
            </a:r>
            <a:r>
              <a:rPr lang="fr-FR" b="1" dirty="0" err="1"/>
              <a:t>Firmware</a:t>
            </a:r>
            <a:r>
              <a:rPr lang="fr-FR" b="1" dirty="0"/>
              <a:t> V3.0 (Optimisation)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i="1" dirty="0"/>
              <a:t>Version Finale.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i="1" dirty="0"/>
              <a:t>Action :</a:t>
            </a:r>
            <a:r>
              <a:rPr lang="fr-FR" dirty="0"/>
              <a:t> Envoi combiné </a:t>
            </a:r>
            <a:r>
              <a:rPr lang="fr-FR" b="1" dirty="0"/>
              <a:t>Température + Humidité</a:t>
            </a:r>
            <a:r>
              <a:rPr lang="fr-FR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09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2159E-61BA-C2B7-2136-64667605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485103"/>
            <a:ext cx="8884104" cy="32695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/>
              <a:t>DÉMONSTRATION EN DIRECT</a:t>
            </a:r>
            <a:endParaRPr lang="en-US" sz="66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370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7599-4542-E30A-C070-E015D089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 &amp; Perspectives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DA84-6713-681A-7AD4-EDD27B11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Ce que nous avons accompli :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Un système </a:t>
            </a:r>
            <a:r>
              <a:rPr lang="fr-FR" b="1" dirty="0"/>
              <a:t>fonctionnel</a:t>
            </a:r>
            <a:r>
              <a:rPr lang="fr-FR" dirty="0"/>
              <a:t> de bout en bout.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Une preuve de concept </a:t>
            </a:r>
            <a:r>
              <a:rPr lang="fr-FR" b="1" dirty="0"/>
              <a:t>industrielle</a:t>
            </a:r>
            <a:r>
              <a:rPr lang="fr-FR" dirty="0"/>
              <a:t> (Sécurité + Batterie).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Une capacité d'</a:t>
            </a:r>
            <a:r>
              <a:rPr lang="fr-FR" b="1" dirty="0"/>
              <a:t>adaptation logicielle</a:t>
            </a:r>
            <a:r>
              <a:rPr lang="fr-FR" dirty="0"/>
              <a:t> à distance.</a:t>
            </a:r>
          </a:p>
          <a:p>
            <a:r>
              <a:rPr lang="fr-FR" b="1" dirty="0"/>
              <a:t>Perspectives :</a:t>
            </a:r>
            <a:endParaRPr lang="fr-FR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Passer au protocole </a:t>
            </a:r>
            <a:r>
              <a:rPr lang="fr-FR" b="1" dirty="0"/>
              <a:t>MQTT</a:t>
            </a:r>
            <a:r>
              <a:rPr lang="fr-FR" dirty="0"/>
              <a:t> (encore plus léger que HTTP).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dirty="0"/>
              <a:t>Utiliser une signature cryptographique du binaire (SHA256) pour renforcer l'anti-corruption.</a:t>
            </a:r>
          </a:p>
        </p:txBody>
      </p:sp>
    </p:spTree>
    <p:extLst>
      <p:ext uri="{BB962C8B-B14F-4D97-AF65-F5344CB8AC3E}">
        <p14:creationId xmlns:p14="http://schemas.microsoft.com/office/powerpoint/2010/main" val="325542982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387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Calisto MT</vt:lpstr>
      <vt:lpstr>Courier New</vt:lpstr>
      <vt:lpstr>Univers Condensed</vt:lpstr>
      <vt:lpstr>ChronicleVTI</vt:lpstr>
      <vt:lpstr>Conception d'un Système IoT Industriel Sécurisé et Autonome</vt:lpstr>
      <vt:lpstr>Sommaire</vt:lpstr>
      <vt:lpstr>Problématique - Les défis de l'IoT</vt:lpstr>
      <vt:lpstr>Notre Solution - Une Approche Globale</vt:lpstr>
      <vt:lpstr>Architecture du Système</vt:lpstr>
      <vt:lpstr>Focus Technique - Le Cycle de Vie</vt:lpstr>
      <vt:lpstr>Scénario de la Démonstration</vt:lpstr>
      <vt:lpstr>DÉMONSTRATION EN DIRECT</vt:lpstr>
      <vt:lpstr>Conclusion &amp;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Derbal</dc:creator>
  <cp:lastModifiedBy>Mehdi Derbal</cp:lastModifiedBy>
  <cp:revision>2</cp:revision>
  <dcterms:created xsi:type="dcterms:W3CDTF">2025-12-08T20:07:16Z</dcterms:created>
  <dcterms:modified xsi:type="dcterms:W3CDTF">2025-12-08T20:49:37Z</dcterms:modified>
</cp:coreProperties>
</file>